
<file path=[Content_Types].xml><?xml version="1.0" encoding="utf-8"?>
<Types xmlns="http://schemas.openxmlformats.org/package/2006/content-types">
  <Default Extension="xml" ContentType="application/xml"/>
  <Default Extension="png" ContentType="image/png"/>
  <Override PartName="/ppt/presentation.xml" ContentType="application/vnd.openxmlformats-officedocument.presentationml.presentation.main+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a:p>
        <a:r>
          <a:t>Discussion of the memory diagram</a:t>
        </a:r>
      </a:p>
    </p:spTree>
  </p:cSld>
</p:note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Relationship Id="rId9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a:p>
        <a:r>
          <a:t>Intro</a:t>
        </a:r>
      </a:p>
      <a:p>
        <a:r>
          <a:t>Welcome to the course</a:t>
        </a:r>
      </a:p>
      <a:p>
        <a:r>
          <a:t>Course outline</a:t>
        </a:r>
      </a: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a:p>
        <a:r>
          <a:t>Memory Management</a:t>
        </a:r>
      </a:p>
      <a:p>
        <a:r>
          <a:t>Paging</a:t>
        </a:r>
      </a:p>
      <a:p>
        <a:r>
          <a:t>Segmentation</a:t>
        </a:r>
      </a:p>
      <p:pic>
        <p:nvPicPr>
          <p:cNvPr id="9" name="Picture 8"/>
          <p:cNvPicPr/>
          <p:nvPr/>
        </p:nvPicPr>
        <p:blipFill>
          <a:blip r:embed="rId9"/>
        </p:blipFill>
        <p:spPr/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8"/>
          <p:cNvPicPr/>
          <p:nvPr/>
        </p:nvPicPr>
        <p:blipFill>
          <a:blip r:embed="rId9"/>
        </p:blipFill>
        <p:spPr/>
      </p:pic>
    </p:spTree>
  </p:cSld>
</p:sld>
</file>